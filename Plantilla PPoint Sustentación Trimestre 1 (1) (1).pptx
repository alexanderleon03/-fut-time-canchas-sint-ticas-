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Work Sans"/>
      <p:regular r:id="rId16"/>
      <p:bold r:id="rId17"/>
      <p:italic r:id="rId18"/>
      <p:boldItalic r:id="rId19"/>
    </p:embeddedFont>
    <p:embeddedFont>
      <p:font typeface="Work Sans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jBCAUPR3py5JTozOPlA6QCv6D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Light-regular.fntdata"/><Relationship Id="rId11" Type="http://schemas.openxmlformats.org/officeDocument/2006/relationships/slide" Target="slides/slide7.xml"/><Relationship Id="rId22" Type="http://schemas.openxmlformats.org/officeDocument/2006/relationships/font" Target="fonts/WorkSansLight-italic.fntdata"/><Relationship Id="rId10" Type="http://schemas.openxmlformats.org/officeDocument/2006/relationships/slide" Target="slides/slide6.xml"/><Relationship Id="rId21" Type="http://schemas.openxmlformats.org/officeDocument/2006/relationships/font" Target="fonts/WorkSansLight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WorkSans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WorkSans-bold.fntdata"/><Relationship Id="rId16" Type="http://schemas.openxmlformats.org/officeDocument/2006/relationships/font" Target="fonts/WorkSans-regular.fntdata"/><Relationship Id="rId5" Type="http://schemas.openxmlformats.org/officeDocument/2006/relationships/slide" Target="slides/slide1.xml"/><Relationship Id="rId19" Type="http://schemas.openxmlformats.org/officeDocument/2006/relationships/font" Target="fonts/WorkSans-boldItalic.fntdata"/><Relationship Id="rId6" Type="http://schemas.openxmlformats.org/officeDocument/2006/relationships/slide" Target="slides/slide2.xml"/><Relationship Id="rId18" Type="http://schemas.openxmlformats.org/officeDocument/2006/relationships/font" Target="fonts/Work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1" name="Google Shape;7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995421" y="2551837"/>
            <a:ext cx="7710833" cy="258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FUT 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Canchas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Sinteticas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2848398" y="1036320"/>
            <a:ext cx="77893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CENTRO DE SERVICIOS FINANCIEROS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FORMATIVO 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APLICATIVOS WEB PARA CONTROL Y GESTION DE LA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5514" y="2046514"/>
            <a:ext cx="3570514" cy="3599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3573518" y="2228671"/>
            <a:ext cx="504497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CO" sz="7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Integrantes</a:t>
            </a:r>
            <a:endParaRPr b="0" i="0" sz="72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08" name="Google Shape;108;p2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9" name="Google Shape;109;p2"/>
          <p:cNvSpPr txBox="1"/>
          <p:nvPr/>
        </p:nvSpPr>
        <p:spPr>
          <a:xfrm>
            <a:off x="4168816" y="3463724"/>
            <a:ext cx="3854368" cy="15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SCRUM N° :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i="0" lang="es-CO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O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Valentina Sibaja Arrieta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Juan Sebastian Rico Peña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Johan Steven reina cuesta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Jhon Alexander Leon Cabrera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2127038" y="574044"/>
            <a:ext cx="77893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CENTRO DE SERVICIOS FINANCIEROS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PROYECTO FORMATIVO 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APLICATIVOS WEB PARA CONTROL Y GESTION DE LA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2354943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457200" y="1716315"/>
            <a:ext cx="6001658" cy="3637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evidencia un sistema inpractico de la empresa actualmente, referente al apartamiento y pago del producto clave de la empresa, viendoce reflejado en inconformidad del cliente por dificultad en adquirir el producto pertinente y de manejar sus tiempos adecuadamente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 esta problemática, surge la necesidad de desarrollar una </a:t>
            </a:r>
            <a:r>
              <a:rPr b="1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web</a:t>
            </a:r>
            <a:r>
              <a:rPr b="0" i="0" lang="es-CO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permita a los usuarios reservar canchas sintéticas, conectarse entre sí y crear u organizar torneos de fútbol de manera ágil, centralizada y eficiente.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CO">
                <a:solidFill>
                  <a:schemeClr val="lt1"/>
                </a:solidFill>
              </a:rPr>
              <a:t>Justificación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9772" y="3102428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457200" y="2028371"/>
            <a:ext cx="6096000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 radica en la necesidad de facilitar el acceso a espacios deportivos y fomentar la practica del misma , aprovechando la sherramientas que nos brinda un desarrollo web enfocado en la eficiencia de adquirir el producto Permitiendo  a los administradores de canchas optimizar la gestión de sus reservas resolviendo la necesidad real y cotidiana de los usuarios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type="title"/>
          </p:nvPr>
        </p:nvSpPr>
        <p:spPr>
          <a:xfrm>
            <a:off x="403236" y="786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406400" y="2021114"/>
            <a:ext cx="5929085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pagina web utilizando como base (programas) para facilitar el agendamiento de espacios deportivos y la interacción entre usuarios en la plataforma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4001" y="2986314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457200" y="1861457"/>
            <a:ext cx="6096000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*Backend: codificar ,estructurar e Implementar conocimiento adquirido en base de datos para garantizar una experiencia responsiva y confiable para el usuario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457200" y="3429000"/>
            <a:ext cx="6096000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*FrontEnd :Diseñar interfaz de Usuario, pagina y agendamiento de espacios recretivos para ejecutar un diseño ameno y confiable al usuario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457200" y="4880428"/>
            <a:ext cx="5805715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*Prueba logica: Realizar pruebas de integración y seguridad para garantizar el correcto funcionamiento de las transacciones echas en dicha pagina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1" y="2637971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/>
        </p:nvSpPr>
        <p:spPr>
          <a:xfrm>
            <a:off x="227726" y="492710"/>
            <a:ext cx="7160197" cy="1384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Elaboración Informe Técnico de Diseño: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rgbClr val="2424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Diagrama de 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25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8" name="Google Shape;148;p25"/>
          <p:cNvSpPr txBox="1"/>
          <p:nvPr/>
        </p:nvSpPr>
        <p:spPr>
          <a:xfrm>
            <a:off x="4168816" y="3463724"/>
            <a:ext cx="385436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1" i="0" lang="es-CO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CO">
                <a:solidFill>
                  <a:schemeClr val="lt1"/>
                </a:solidFill>
              </a:rPr>
              <a:t>Diagrama de Procesos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550" y="1640400"/>
            <a:ext cx="5122724" cy="24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 txBox="1"/>
          <p:nvPr/>
        </p:nvSpPr>
        <p:spPr>
          <a:xfrm>
            <a:off x="221600" y="4268950"/>
            <a:ext cx="4931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BPMN Planteamiento pagina WEB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8250" y="4020549"/>
            <a:ext cx="5490235" cy="251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/>
          <p:nvPr/>
        </p:nvSpPr>
        <p:spPr>
          <a:xfrm>
            <a:off x="5588250" y="2983650"/>
            <a:ext cx="534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BPMN Proceso actual de apartamiento de canchas 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CO">
                <a:solidFill>
                  <a:schemeClr val="lt1"/>
                </a:solidFill>
              </a:rPr>
              <a:t>Casos de Uso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1075765" y="2435839"/>
            <a:ext cx="73420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Insertar imagen diagrama de Casos de Uso proceso principal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s-CO">
                <a:solidFill>
                  <a:schemeClr val="lt1"/>
                </a:solidFill>
              </a:rPr>
              <a:t>Historias de Usuario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1075765" y="2435839"/>
            <a:ext cx="73420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Insertar imagen historias de usuario del proceso principal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Aprendiz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0x0101009C160BF63992044A99946E4B9FF8A5D5</vt:lpwstr>
  </property>
  <property fmtid="{D5CDD505-2E9C-101B-9397-08002B2CF9AE}" pid="3" name="MSIP_Label_fc111285-cafa-4fc9-8a9a-bd902089b24f_Enabled">
    <vt:lpwstr>True</vt:lpwstr>
  </property>
  <property fmtid="{D5CDD505-2E9C-101B-9397-08002B2CF9AE}" pid="4" name="MSIP_Label_fc111285-cafa-4fc9-8a9a-bd902089b24f_SiteId">
    <vt:lpwstr>cbc2c381-2f2e-4d93-91d1-506c9316ace7</vt:lpwstr>
  </property>
  <property fmtid="{D5CDD505-2E9C-101B-9397-08002B2CF9AE}" pid="5" name="MSIP_Label_fc111285-cafa-4fc9-8a9a-bd902089b24f_SetDate">
    <vt:lpwstr>2026-03-16T17:37:26Z</vt:lpwstr>
  </property>
  <property fmtid="{D5CDD505-2E9C-101B-9397-08002B2CF9AE}" pid="6" name="MSIP_Label_fc111285-cafa-4fc9-8a9a-bd902089b24f_Name">
    <vt:lpwstr>Pública</vt:lpwstr>
  </property>
  <property fmtid="{D5CDD505-2E9C-101B-9397-08002B2CF9AE}" pid="7" name="MSIP_Label_fc111285-cafa-4fc9-8a9a-bd902089b24f_ActionId">
    <vt:lpwstr>7d482484-d2d7-4d3c-9fbb-74d7ab75d2d9</vt:lpwstr>
  </property>
  <property fmtid="{D5CDD505-2E9C-101B-9397-08002B2CF9AE}" pid="8" name="MSIP_Label_fc111285-cafa-4fc9-8a9a-bd902089b24f_Removed">
    <vt:lpwstr>False</vt:lpwstr>
  </property>
  <property fmtid="{D5CDD505-2E9C-101B-9397-08002B2CF9AE}" pid="9" name="MSIP_Label_fc111285-cafa-4fc9-8a9a-bd902089b24f_Extended_MSFT_Method">
    <vt:lpwstr>Standard</vt:lpwstr>
  </property>
  <property fmtid="{D5CDD505-2E9C-101B-9397-08002B2CF9AE}" pid="10" name="Sensitivity">
    <vt:lpwstr>Pública</vt:lpwstr>
  </property>
  <property fmtid="{D5CDD505-2E9C-101B-9397-08002B2CF9AE}" pid="11" name="MediaServiceImageTags">
    <vt:lpwstr/>
  </property>
</Properties>
</file>