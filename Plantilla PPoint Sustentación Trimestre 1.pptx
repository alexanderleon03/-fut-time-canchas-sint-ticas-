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70" r:id="rId12"/>
    <p:sldId id="272" r:id="rId13"/>
    <p:sldId id="271" r:id="rId14"/>
    <p:sldId id="264" r:id="rId15"/>
  </p:sldIdLst>
  <p:sldSz cx="12192000" cy="6858000"/>
  <p:notesSz cx="6858000" cy="9144000"/>
  <p:embeddedFontLst>
    <p:embeddedFont>
      <p:font typeface="Aptos Narrow" panose="020B0004020202020204" pitchFamily="34" charset="0"/>
      <p:regular r:id="rId17"/>
      <p:bold r:id="rId18"/>
      <p:italic r:id="rId19"/>
      <p:boldItalic r:id="rId20"/>
    </p:embeddedFont>
    <p:embeddedFont>
      <p:font typeface="Work Sans" pitchFamily="2" charset="0"/>
      <p:regular r:id="rId21"/>
      <p:bold r:id="rId22"/>
      <p:italic r:id="rId23"/>
      <p:boldItalic r:id="rId24"/>
    </p:embeddedFont>
    <p:embeddedFont>
      <p:font typeface="Work Sans Light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hYHCJ9HiTR2d8DDbwIPwBgLBov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2D210E-5F79-3670-BCFF-39E613DCBEA6}" v="67" dt="2026-04-10T15:06:04.0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customschemas.google.com/relationships/presentationmetadata" Target="meta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8.fntdata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paro Rueda Jaimes" userId="S::aruedaj@sena.edu.co::fcce3b35-0f20-490a-b8f1-9b547dea48dc" providerId="AD" clId="Web-{E62D210E-5F79-3670-BCFF-39E613DCBEA6}"/>
    <pc:docChg chg="modSld">
      <pc:chgData name="Amparo Rueda Jaimes" userId="S::aruedaj@sena.edu.co::fcce3b35-0f20-490a-b8f1-9b547dea48dc" providerId="AD" clId="Web-{E62D210E-5F79-3670-BCFF-39E613DCBEA6}" dt="2026-04-10T15:06:04.039" v="40" actId="1076"/>
      <pc:docMkLst>
        <pc:docMk/>
      </pc:docMkLst>
      <pc:sldChg chg="modSp">
        <pc:chgData name="Amparo Rueda Jaimes" userId="S::aruedaj@sena.edu.co::fcce3b35-0f20-490a-b8f1-9b547dea48dc" providerId="AD" clId="Web-{E62D210E-5F79-3670-BCFF-39E613DCBEA6}" dt="2026-04-10T15:06:04.039" v="40" actId="1076"/>
        <pc:sldMkLst>
          <pc:docMk/>
          <pc:sldMk cId="4277695369" sldId="268"/>
        </pc:sldMkLst>
        <pc:spChg chg="mod">
          <ac:chgData name="Amparo Rueda Jaimes" userId="S::aruedaj@sena.edu.co::fcce3b35-0f20-490a-b8f1-9b547dea48dc" providerId="AD" clId="Web-{E62D210E-5F79-3670-BCFF-39E613DCBEA6}" dt="2026-04-10T15:06:04.039" v="40" actId="1076"/>
          <ac:spMkLst>
            <pc:docMk/>
            <pc:sldMk cId="4277695369" sldId="268"/>
            <ac:spMk id="10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" name="Google Shape;9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O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O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132587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137448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816823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de título">
  <p:cSld name="1_Diapositiva de títul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1" descr="Interfaz de usuario gráfica, Texto, Aplicación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Encabezado de sección">
  <p:cSld name="2_Encabezado de sección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12" descr="Patrón de fond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54859" y="303050"/>
            <a:ext cx="855785" cy="83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/>
          <p:nvPr/>
        </p:nvSpPr>
        <p:spPr>
          <a:xfrm>
            <a:off x="995421" y="2551837"/>
            <a:ext cx="7710833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s-CO" sz="5400" b="1" i="0" u="none" strike="noStrike" cap="non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Título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s-CO" sz="5400" b="1" i="0" u="none" strike="noStrike" cap="non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Aplicación de Software</a:t>
            </a:r>
            <a:endParaRPr sz="4000" b="1" i="0" u="none" strike="noStrike" cap="non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38EE897-BE64-C70E-C05C-0F1ACD28B614}"/>
              </a:ext>
            </a:extLst>
          </p:cNvPr>
          <p:cNvSpPr txBox="1"/>
          <p:nvPr/>
        </p:nvSpPr>
        <p:spPr>
          <a:xfrm>
            <a:off x="2848398" y="1036320"/>
            <a:ext cx="778931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/>
              <a:t>CENTRO DE SERVICIOS FINANCIEROS</a:t>
            </a:r>
          </a:p>
          <a:p>
            <a:pPr algn="ctr"/>
            <a:r>
              <a:rPr lang="es-ES" dirty="0"/>
              <a:t>PROYECTO FORMATIVO  </a:t>
            </a:r>
          </a:p>
          <a:p>
            <a:pPr algn="ctr"/>
            <a:r>
              <a:rPr lang="es-ES" dirty="0"/>
              <a:t>DESARROLLO DE APLICATIVOS WEB PARA CONTROL Y GESTION DE LA INFORMACIÓN</a:t>
            </a:r>
            <a:endParaRPr lang="es-CO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/>
          <p:nvPr/>
        </p:nvSpPr>
        <p:spPr>
          <a:xfrm>
            <a:off x="3573518" y="2228671"/>
            <a:ext cx="5044971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s-CO" sz="7200" b="0" i="0" u="none" strike="noStrike" cap="none" dirty="0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Integrantes</a:t>
            </a:r>
            <a:endParaRPr sz="7200" b="0" i="0" u="none" strike="noStrike" cap="none" dirty="0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cxnSp>
        <p:nvCxnSpPr>
          <p:cNvPr id="106" name="Google Shape;106;p2"/>
          <p:cNvCxnSpPr/>
          <p:nvPr/>
        </p:nvCxnSpPr>
        <p:spPr>
          <a:xfrm>
            <a:off x="5227899" y="3321934"/>
            <a:ext cx="1736203" cy="0"/>
          </a:xfrm>
          <a:prstGeom prst="straightConnector1">
            <a:avLst/>
          </a:prstGeom>
          <a:noFill/>
          <a:ln w="9525" cap="flat" cmpd="sng">
            <a:solidFill>
              <a:srgbClr val="38AA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7" name="Google Shape;107;p2"/>
          <p:cNvSpPr txBox="1"/>
          <p:nvPr/>
        </p:nvSpPr>
        <p:spPr>
          <a:xfrm>
            <a:off x="4168816" y="3463724"/>
            <a:ext cx="385436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CO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SCRUM </a:t>
            </a:r>
            <a:r>
              <a:rPr lang="es-CO" sz="16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N°</a:t>
            </a:r>
            <a:r>
              <a:rPr lang="es-CO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br>
              <a:rPr lang="es-CO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6622E00-99FB-8EA7-8420-2E6375ACB0A7}"/>
              </a:ext>
            </a:extLst>
          </p:cNvPr>
          <p:cNvSpPr txBox="1"/>
          <p:nvPr/>
        </p:nvSpPr>
        <p:spPr>
          <a:xfrm>
            <a:off x="2127038" y="574044"/>
            <a:ext cx="778931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/>
              <a:t>CENTRO DE SERVICIOS FINANCIEROS</a:t>
            </a:r>
          </a:p>
          <a:p>
            <a:pPr algn="ctr"/>
            <a:r>
              <a:rPr lang="es-ES" dirty="0"/>
              <a:t>PROYECTO FORMATIVO  </a:t>
            </a:r>
          </a:p>
          <a:p>
            <a:pPr algn="ctr"/>
            <a:r>
              <a:rPr lang="es-ES" dirty="0"/>
              <a:t>DESARROLLO DE APLICATIVOS WEB PARA CONTROL Y GESTION DE LA INFORMACIÓN</a:t>
            </a:r>
            <a:endParaRPr lang="es-CO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O" sz="4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Planteamiento del Problema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O" b="1">
                <a:solidFill>
                  <a:schemeClr val="lt1"/>
                </a:solidFill>
              </a:rPr>
              <a:t>Justificación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 txBox="1">
            <a:spLocks noGrp="1"/>
          </p:cNvSpPr>
          <p:nvPr>
            <p:ph type="title"/>
          </p:nvPr>
        </p:nvSpPr>
        <p:spPr>
          <a:xfrm>
            <a:off x="403236" y="7868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O" sz="4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O" sz="4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O" b="1" dirty="0">
                <a:solidFill>
                  <a:schemeClr val="lt1"/>
                </a:solidFill>
              </a:rPr>
              <a:t>Recolección de Información</a:t>
            </a:r>
          </a:p>
        </p:txBody>
      </p:sp>
      <p:sp>
        <p:nvSpPr>
          <p:cNvPr id="3" name="Google Shape;121;p15">
            <a:extLst>
              <a:ext uri="{FF2B5EF4-FFF2-40B4-BE49-F238E27FC236}">
                <a16:creationId xmlns:a16="http://schemas.microsoft.com/office/drawing/2014/main" id="{07F2B1F4-C26F-427C-B9D2-3BF745AA8CB5}"/>
              </a:ext>
            </a:extLst>
          </p:cNvPr>
          <p:cNvSpPr txBox="1"/>
          <p:nvPr/>
        </p:nvSpPr>
        <p:spPr>
          <a:xfrm>
            <a:off x="683879" y="1924211"/>
            <a:ext cx="734209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E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Insertar imagen diagrama de la </a:t>
            </a:r>
            <a:r>
              <a:rPr lang="es-CO" sz="1800" b="1" dirty="0">
                <a:solidFill>
                  <a:srgbClr val="242424"/>
                </a:solidFill>
                <a:highlight>
                  <a:srgbClr val="FFFFFF"/>
                </a:highlight>
                <a:latin typeface="Aptos Narrow"/>
              </a:rPr>
              <a:t>Recolección de Información</a:t>
            </a:r>
            <a:endParaRPr lang="en-US" sz="18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O" b="1" dirty="0">
                <a:solidFill>
                  <a:schemeClr val="lt1"/>
                </a:solidFill>
              </a:rPr>
              <a:t>Historias de Usuario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21;p15">
            <a:extLst>
              <a:ext uri="{FF2B5EF4-FFF2-40B4-BE49-F238E27FC236}">
                <a16:creationId xmlns:a16="http://schemas.microsoft.com/office/drawing/2014/main" id="{38367757-42C8-44D5-B0DA-BBD8C52E0148}"/>
              </a:ext>
            </a:extLst>
          </p:cNvPr>
          <p:cNvSpPr txBox="1"/>
          <p:nvPr/>
        </p:nvSpPr>
        <p:spPr>
          <a:xfrm>
            <a:off x="1075765" y="2435839"/>
            <a:ext cx="73420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Insertar imagen historias de usuario del proceso principal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56442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O" b="1" dirty="0">
                <a:solidFill>
                  <a:schemeClr val="lt1"/>
                </a:solidFill>
              </a:rPr>
              <a:t>Scrum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21;p15">
            <a:extLst>
              <a:ext uri="{FF2B5EF4-FFF2-40B4-BE49-F238E27FC236}">
                <a16:creationId xmlns:a16="http://schemas.microsoft.com/office/drawing/2014/main" id="{38367757-42C8-44D5-B0DA-BBD8C52E0148}"/>
              </a:ext>
            </a:extLst>
          </p:cNvPr>
          <p:cNvSpPr txBox="1"/>
          <p:nvPr/>
        </p:nvSpPr>
        <p:spPr>
          <a:xfrm>
            <a:off x="291994" y="2065724"/>
            <a:ext cx="73420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Insertar imagen uso Scrum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53043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O" b="1" dirty="0">
                <a:solidFill>
                  <a:schemeClr val="lt1"/>
                </a:solidFill>
              </a:rPr>
              <a:t>Diagrama de Procesos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21;p15">
            <a:extLst>
              <a:ext uri="{FF2B5EF4-FFF2-40B4-BE49-F238E27FC236}">
                <a16:creationId xmlns:a16="http://schemas.microsoft.com/office/drawing/2014/main" id="{07F2B1F4-C26F-427C-B9D2-3BF745AA8CB5}"/>
              </a:ext>
            </a:extLst>
          </p:cNvPr>
          <p:cNvSpPr txBox="1"/>
          <p:nvPr/>
        </p:nvSpPr>
        <p:spPr>
          <a:xfrm>
            <a:off x="1075765" y="2435839"/>
            <a:ext cx="73420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Insertar imagen diagrama del proceso principal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2971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9" descr="Imagen que contiene Interfaz de usuario gráfica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C160BF63992044A99946E4B9FF8A5D5" ma:contentTypeVersion="14" ma:contentTypeDescription="Crear nuevo documento." ma:contentTypeScope="" ma:versionID="491b2b440fd53480ad4cbd02a34ff5dd">
  <xsd:schema xmlns:xsd="http://www.w3.org/2001/XMLSchema" xmlns:xs="http://www.w3.org/2001/XMLSchema" xmlns:p="http://schemas.microsoft.com/office/2006/metadata/properties" xmlns:ns2="7f8eb868-f2a7-49ec-80f2-9ac6732c6161" xmlns:ns3="5d6dac1f-6572-46e6-8ac2-54aa885adc11" targetNamespace="http://schemas.microsoft.com/office/2006/metadata/properties" ma:root="true" ma:fieldsID="31d95313882297456896ba5dfee29404" ns2:_="" ns3:_="">
    <xsd:import namespace="7f8eb868-f2a7-49ec-80f2-9ac6732c6161"/>
    <xsd:import namespace="5d6dac1f-6572-46e6-8ac2-54aa885adc1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8eb868-f2a7-49ec-80f2-9ac6732c616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d33c8c81-5745-4931-bcc4-c2aeafe8678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6dac1f-6572-46e6-8ac2-54aa885adc1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ccdf9414-da01-4ed1-94d9-1ffe773bbf71}" ma:internalName="TaxCatchAll" ma:showField="CatchAllData" ma:web="5d6dac1f-6572-46e6-8ac2-54aa885adc1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d6dac1f-6572-46e6-8ac2-54aa885adc11" xsi:nil="true"/>
    <lcf76f155ced4ddcb4097134ff3c332f xmlns="7f8eb868-f2a7-49ec-80f2-9ac6732c616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6F93180-5072-40C0-BF59-DB00886DDA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f8eb868-f2a7-49ec-80f2-9ac6732c6161"/>
    <ds:schemaRef ds:uri="5d6dac1f-6572-46e6-8ac2-54aa885adc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B9B2D35-355D-4D29-A37A-4F036CC8CA9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B4A1A1D-A783-4ADF-8362-B82BB588219B}">
  <ds:schemaRefs>
    <ds:schemaRef ds:uri="http://schemas.microsoft.com/office/2006/metadata/properties"/>
    <ds:schemaRef ds:uri="http://schemas.microsoft.com/office/infopath/2007/PartnerControls"/>
    <ds:schemaRef ds:uri="5d6dac1f-6572-46e6-8ac2-54aa885adc11"/>
    <ds:schemaRef ds:uri="7f8eb868-f2a7-49ec-80f2-9ac6732c616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91</Words>
  <Application>Microsoft Office PowerPoint</Application>
  <PresentationFormat>Panorámica</PresentationFormat>
  <Paragraphs>24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Work Sans Light</vt:lpstr>
      <vt:lpstr>Aptos Narrow</vt:lpstr>
      <vt:lpstr>Arial</vt:lpstr>
      <vt:lpstr>Calibri</vt:lpstr>
      <vt:lpstr>Work Sans</vt:lpstr>
      <vt:lpstr>Tema de Office</vt:lpstr>
      <vt:lpstr>Presentación de PowerPoint</vt:lpstr>
      <vt:lpstr>Presentación de PowerPoint</vt:lpstr>
      <vt:lpstr>Planteamiento del Problema</vt:lpstr>
      <vt:lpstr>Justificación</vt:lpstr>
      <vt:lpstr>Objetivo General</vt:lpstr>
      <vt:lpstr>Objetivos Específicos</vt:lpstr>
      <vt:lpstr>Recolección de Información</vt:lpstr>
      <vt:lpstr>Historias de Usuario</vt:lpstr>
      <vt:lpstr>Scrum</vt:lpstr>
      <vt:lpstr>Diagrama de Procesos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Aprendiz</dc:creator>
  <cp:lastModifiedBy>Profe_Leo</cp:lastModifiedBy>
  <cp:revision>19</cp:revision>
  <dcterms:modified xsi:type="dcterms:W3CDTF">2026-07-30T15:04:37Z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0x0101009C160BF63992044A99946E4B9FF8A5D5</vt:lpwstr>
  </property>
  <property fmtid="{D5CDD505-2E9C-101B-9397-08002B2CF9AE}" pid="3" name="MSIP_Label_fc111285-cafa-4fc9-8a9a-bd902089b24f_Enabled">
    <vt:lpwstr>True</vt:lpwstr>
  </property>
  <property fmtid="{D5CDD505-2E9C-101B-9397-08002B2CF9AE}" pid="4" name="MSIP_Label_fc111285-cafa-4fc9-8a9a-bd902089b24f_SiteId">
    <vt:lpwstr>cbc2c381-2f2e-4d93-91d1-506c9316ace7</vt:lpwstr>
  </property>
  <property fmtid="{D5CDD505-2E9C-101B-9397-08002B2CF9AE}" pid="5" name="MSIP_Label_fc111285-cafa-4fc9-8a9a-bd902089b24f_SetDate">
    <vt:lpwstr>2026-03-16T17:37:26Z</vt:lpwstr>
  </property>
  <property fmtid="{D5CDD505-2E9C-101B-9397-08002B2CF9AE}" pid="6" name="MSIP_Label_fc111285-cafa-4fc9-8a9a-bd902089b24f_Name">
    <vt:lpwstr>Pública</vt:lpwstr>
  </property>
  <property fmtid="{D5CDD505-2E9C-101B-9397-08002B2CF9AE}" pid="7" name="MSIP_Label_fc111285-cafa-4fc9-8a9a-bd902089b24f_ActionId">
    <vt:lpwstr>7d482484-d2d7-4d3c-9fbb-74d7ab75d2d9</vt:lpwstr>
  </property>
  <property fmtid="{D5CDD505-2E9C-101B-9397-08002B2CF9AE}" pid="8" name="MSIP_Label_fc111285-cafa-4fc9-8a9a-bd902089b24f_Removed">
    <vt:lpwstr>False</vt:lpwstr>
  </property>
  <property fmtid="{D5CDD505-2E9C-101B-9397-08002B2CF9AE}" pid="9" name="MSIP_Label_fc111285-cafa-4fc9-8a9a-bd902089b24f_Extended_MSFT_Method">
    <vt:lpwstr>Standard</vt:lpwstr>
  </property>
  <property fmtid="{D5CDD505-2E9C-101B-9397-08002B2CF9AE}" pid="10" name="Sensitivity">
    <vt:lpwstr>Pública</vt:lpwstr>
  </property>
  <property fmtid="{D5CDD505-2E9C-101B-9397-08002B2CF9AE}" pid="11" name="MediaServiceImageTags">
    <vt:lpwstr/>
  </property>
</Properties>
</file>